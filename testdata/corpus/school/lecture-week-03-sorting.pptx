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3: Why sorting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Lecture 3,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3: Bubble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Lecture 3,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3: Selection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Lecture 3,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3: Insertion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Lecture 3,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3: Shell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Lecture 3,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3: Merge sort, the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Lecture 3,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3: Merge sort, the merge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Lecture 3,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3: Quicksort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Lecture 3,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3: Choosing a pivot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Lecture 3,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3: Merge sort running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Merge sort runs in O(n log n) time in every case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3: Stability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Lecture 3,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3: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Lecture 3, slide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