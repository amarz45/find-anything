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bring a printed résumé to the drop-in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Co-op Information Session, Fall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October 15, 2025, 4:00 pm</a:t>
            </a:r>
          </a:p>
          <a:p>
            <a:r>
              <a:t>Room 1006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co-op?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Paid work terms between study terms</a:t>
            </a:r>
          </a:p>
          <a:p>
            <a:r>
              <a:t>Four, eight, twelve or sixteen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least a B average</a:t>
            </a:r>
          </a:p>
          <a:p>
            <a:r>
              <a:t>Completed 24 credits before the work term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deadline: November 3, 2025</a:t>
            </a:r>
          </a:p>
          <a:p>
            <a:r>
              <a:t>Work terms start in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the co-op office: coop-office@example.edu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